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goat-animal-nature-domestic-goat-739756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/>
              <a:t>Title Lorem Ipsum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Sit Dolor Amet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C7E0-B6FA-F28E-2AA1-19E808742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680" y="286603"/>
            <a:ext cx="9144000" cy="3431957"/>
          </a:xfrm>
        </p:spPr>
        <p:txBody>
          <a:bodyPr>
            <a:normAutofit/>
          </a:bodyPr>
          <a:lstStyle/>
          <a:p>
            <a:r>
              <a:rPr lang="en-US" sz="5400" b="1" i="1" dirty="0"/>
              <a:t>T</a:t>
            </a:r>
            <a:r>
              <a:rPr lang="en-US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YPES OF </a:t>
            </a:r>
            <a:r>
              <a:rPr lang="en-US" sz="5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DATA</a:t>
            </a:r>
            <a:endParaRPr lang="en-IN" sz="5300" b="1" i="1" dirty="0"/>
          </a:p>
        </p:txBody>
      </p:sp>
    </p:spTree>
    <p:extLst>
      <p:ext uri="{BB962C8B-B14F-4D97-AF65-F5344CB8AC3E}">
        <p14:creationId xmlns:p14="http://schemas.microsoft.com/office/powerpoint/2010/main" val="3855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05D4F-9713-D0E6-C40E-F3FB602BB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FOR CLASSIFICATION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376A27-FE46-9E58-E1C9-027B19750B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05572" y="2108200"/>
            <a:ext cx="5641182" cy="3760788"/>
          </a:xfrm>
        </p:spPr>
      </p:pic>
    </p:spTree>
    <p:extLst>
      <p:ext uri="{BB962C8B-B14F-4D97-AF65-F5344CB8AC3E}">
        <p14:creationId xmlns:p14="http://schemas.microsoft.com/office/powerpoint/2010/main" val="476801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Your best quote that reflects your approach… “It’s one small step for man, one giant leap for mankind.”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- Neil Armstrong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{CE56379B-04C1-49C2-ACCE-1928240C3234}tf56160789_win32</Template>
  <TotalTime>86</TotalTime>
  <Words>38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Bookman Old Style</vt:lpstr>
      <vt:lpstr>Calibri</vt:lpstr>
      <vt:lpstr>Franklin Gothic Book</vt:lpstr>
      <vt:lpstr>Times New Roman</vt:lpstr>
      <vt:lpstr>Custom</vt:lpstr>
      <vt:lpstr>Title Lorem Ipsum</vt:lpstr>
      <vt:lpstr>TYPES OF IMAGE DATA</vt:lpstr>
      <vt:lpstr>IMAGE FOR CLASSIFICATION</vt:lpstr>
      <vt:lpstr>Your best quote that reflects your approach… “It’s one small step for man, one giant leap for mankind.”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manojmrm555@gmail.com</dc:creator>
  <cp:lastModifiedBy>manojmrm555@gmail.com</cp:lastModifiedBy>
  <cp:revision>1</cp:revision>
  <dcterms:created xsi:type="dcterms:W3CDTF">2025-04-24T12:11:50Z</dcterms:created>
  <dcterms:modified xsi:type="dcterms:W3CDTF">2025-04-24T13:38:40Z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